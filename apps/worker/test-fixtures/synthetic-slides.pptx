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8000" y="426600"/>
            <a:ext cx="6803640" cy="178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914400" y="914400"/>
            <a:ext cx="82296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PDFMason synthetic presentation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Build better PDFs.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